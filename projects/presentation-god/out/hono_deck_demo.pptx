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39" b="1" i="0">
                <a:solidFill>
                  <a:srgbClr val="C08A2B"/>
                </a:solidFill>
                <a:latin typeface="Yu Gothic"/>
              </a:rPr>
              <a:t>AI プレゼン自動生成サービス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4370" b="1" i="0">
                <a:solidFill>
                  <a:srgbClr val="FFFFFF"/>
                </a:solidFill>
                <a:latin typeface="Georgia"/>
              </a:rPr>
              <a:t>Hono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3977639"/>
            <a:ext cx="274320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70" b="0" i="1">
                <a:solidFill>
                  <a:srgbClr val="F2F4F7"/>
                </a:solidFill>
                <a:latin typeface="Yu Gothic"/>
              </a:rPr>
              <a:t>リサーチからデザインまで、プレゼン資料を10分で。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50292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263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0" i="0">
                <a:solidFill>
                  <a:srgbClr val="909CAA"/>
                </a:solidFill>
                <a:latin typeface="Yu Gothic"/>
              </a:rPr>
              <a:t>事業提案資料  •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課題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資料作成に時間が溶けている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営業担当が提案資料の作成に費やす時間は週あたり平均5〜8時間と言われる。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デザインの巧拙が受注率を左右するのに、現場には専任デザイナーがいない。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リサーチ・構成・デザインが分断され、品質が担当者の力量に依存する。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0F2A43"/>
                </a:solidFill>
                <a:latin typeface="Yu Gothic"/>
              </a:rPr>
              <a:t>「中身は良いのに、資料で損をしている」——これが現場の本音。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解決策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調べる・書く・整えるを一気通貫で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830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リサーチ: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最新情報をWebから収集し、出典付きで裏取り。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構成: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受注実績の高い型に沿って自動でストーリーを設計。</a:t>
            </a:r>
          </a:p>
          <a:p>
            <a:pPr>
              <a:lnSpc>
                <a:spcPct val="105000"/>
              </a:lnSpc>
              <a:spcAft>
                <a:spcPts val="24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デザイン: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プロ品質のスライドを自動レンダリング(pptx/PDF)。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3913632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00200"/>
            <a:ext cx="128016" cy="3977639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1" i="0">
                <a:solidFill>
                  <a:srgbClr val="C08A2B"/>
                </a:solidFill>
                <a:latin typeface="Yu Gothic"/>
              </a:rPr>
              <a:t>ひとことで言うと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317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39" b="0" i="1">
                <a:solidFill>
                  <a:srgbClr val="334455"/>
                </a:solidFill>
                <a:latin typeface="Yu Gothic"/>
              </a:rPr>
              <a:t>「テーマを入れるだけで、根拠のある美しい提案資料が完成する」。人は判断と仕上げに集中できる。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0F2A43"/>
                </a:solidFill>
                <a:latin typeface="Yu Gothic"/>
              </a:rPr>
              <a:t>作業時間を1/10に、品質を全社で標準化する。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なぜ今 /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技術と市場が同時に成熟した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生成AIの精度が実用水準に到達: 文章・要約・構成が任せられる段階に。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リモート商談の定着で、資料そのものが営業の主役になった。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0" i="0">
                <a:solidFill>
                  <a:srgbClr val="334455"/>
                </a:solidFill>
                <a:latin typeface="Yu Gothic"/>
              </a:rPr>
              <a:t>•  ノーコード/自動化への投資意欲が中小企業まで広がっている。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0F2A43"/>
                </a:solidFill>
                <a:latin typeface="Yu Gothic"/>
              </a:rPr>
              <a:t>3年前には作れなかった。1年後には当たり前になる。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市場 /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狙う市場と立ち上がり方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388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28016" cy="388620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C08A2B"/>
                </a:solidFill>
                <a:latin typeface="Yu Gothic"/>
              </a:rPr>
              <a:t>TAM — 全体市場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334455"/>
                </a:solidFill>
                <a:latin typeface="Yu Gothic"/>
              </a:rPr>
              <a:t>•  国内の営業・企画職 約900万人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334455"/>
                </a:solidFill>
                <a:latin typeface="Yu Gothic"/>
              </a:rPr>
              <a:t>•  資料作成ツール市場は年率二桁成長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334455"/>
                </a:solidFill>
                <a:latin typeface="Yu Gothic"/>
              </a:rPr>
              <a:t>•  横展開: 教育・行政・採用資料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49240" cy="3886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28016" cy="388620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39" b="1" i="0">
                <a:solidFill>
                  <a:srgbClr val="C08A2B"/>
                </a:solidFill>
                <a:latin typeface="Yu Gothic"/>
              </a:rPr>
              <a:t>SOM — 初期の獲得層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F2F4F7"/>
                </a:solidFill>
                <a:latin typeface="Yu Gothic"/>
              </a:rPr>
              <a:t>•  BtoB SaaS/IT営業チーム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F2F4F7"/>
                </a:solidFill>
                <a:latin typeface="Yu Gothic"/>
              </a:rPr>
              <a:t>•  提案頻度が高く品質要求が厳しい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25" b="0" i="0">
                <a:solidFill>
                  <a:srgbClr val="F2F4F7"/>
                </a:solidFill>
                <a:latin typeface="Yu Gothic"/>
              </a:rPr>
              <a:t>•  ROIを数字で説明できる層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0F2A43"/>
                </a:solidFill>
                <a:latin typeface="Yu Gothic"/>
              </a:rPr>
              <a:t>「資料で受注率が上がる」と最も実感しやすい層から取る。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製品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3ステップで完成する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3017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入力: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テーマ・聞き手・ゴールを指定するだけ。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生成: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リサーチ→構成→デザインを自動実行し、出典も添付。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•  編集: </a:t>
            </a:r>
            <a:r>
              <a:rPr sz="2070" b="0" i="0">
                <a:solidFill>
                  <a:srgbClr val="334455"/>
                </a:solidFill>
                <a:latin typeface="Yu Gothic"/>
              </a:rPr>
              <a:t>pptxで開いて微調整。テーマ配色は3種から選択可能。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9008"/>
            <a:ext cx="12191695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779008"/>
            <a:ext cx="128016" cy="56692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161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 i="1">
                <a:solidFill>
                  <a:srgbClr val="0F2A43"/>
                </a:solidFill>
                <a:latin typeface="Yu Gothic"/>
              </a:rPr>
              <a:t>専門知識ゼロでも、プロのアウトプットが出せる。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95" b="1" i="0">
                <a:solidFill>
                  <a:srgbClr val="C08A2B"/>
                </a:solidFill>
                <a:latin typeface="Yu Gothic"/>
              </a:rPr>
              <a:t>提案 /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74" b="1" i="0">
                <a:solidFill>
                  <a:srgbClr val="FFFFFF"/>
                </a:solidFill>
                <a:latin typeface="Yu Gothic"/>
              </a:rPr>
              <a:t>次の一歩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1790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パイロット導入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334455"/>
                </a:solidFill>
                <a:latin typeface="Yu Gothic"/>
              </a:rPr>
              <a:t>営業チーム1部門で4週間の無償トライアル。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5059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効果測定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5292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334455"/>
                </a:solidFill>
                <a:latin typeface="Yu Gothic"/>
              </a:rPr>
              <a:t>作成時間と受注率を導入前後で比較・可視化。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28416"/>
            <a:ext cx="731520" cy="82296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76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70" b="1" i="0">
                <a:solidFill>
                  <a:srgbClr val="0F2A43"/>
                </a:solidFill>
                <a:latin typeface="Yu Gothic"/>
              </a:rPr>
              <a:t>全社展開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8561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9" b="0" i="1">
                <a:solidFill>
                  <a:srgbClr val="334455"/>
                </a:solidFill>
                <a:latin typeface="Yu Gothic"/>
              </a:rPr>
              <a:t>効果が出た型をテンプレート化し横展開。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28016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64" b="1" i="0">
                <a:solidFill>
                  <a:srgbClr val="C08A2B"/>
                </a:solidFill>
                <a:latin typeface="Yu Gothic"/>
              </a:rPr>
              <a:t>SOURCES / 出典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64" b="0" i="0">
                <a:solidFill>
                  <a:srgbClr val="334455"/>
                </a:solidFill>
                <a:latin typeface="Yu Gothic"/>
              </a:rPr>
              <a:t>Sequoia Capital『Writing a Business Plan』/ Guy Kawasaki『The 10/20/30 Rule』/ 各社公開IR・調査レポート（デモ用の例示数値を含む）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83680"/>
            <a:ext cx="411480" cy="3200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64" b="0" i="0">
                <a:solidFill>
                  <a:srgbClr val="6B7682"/>
                </a:solidFill>
                <a:latin typeface="Georgia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